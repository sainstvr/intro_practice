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1238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2B774-750D-4C93-A278-D4EF0A1D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CAF5A7-42BE-40BE-A13C-6313E094B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FF3F2-60BA-4175-8E0C-1DD83FD3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2DDCF3-AE19-4927-BE15-94F1E44F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98895-1E87-4A07-BEA8-D981F6FA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20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DC8DB-C857-4E78-B625-05758F3A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997C8A-D337-41C6-A6CB-EF3564A6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543485-886C-4340-8146-BEC4821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14F8FB-3767-4D69-886F-B4458529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B06654-C502-49B3-BF1C-325A1BD1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34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288FB-DA6F-4D6D-82FB-FF0D3D9C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F6FA90-D997-4826-AD47-BEEAC8F1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256009-8F9B-4896-9783-A0DCE860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1E52DC-2AF3-4F24-944B-475C126E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D4FAAF-B89E-4E75-89B6-EB90A639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26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0E80A-0273-49B4-B4C1-FDDCD388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0EEE35-3F5A-4094-80D9-CB4FBCC0D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B2140E-7B80-4BB0-9FF9-85DD9C012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518939-F5B7-4091-8DEF-9FFB7065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FA27B8-9082-4121-8B61-6A872DB9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C65F1-6619-425A-8F65-632082C4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31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B9C35-0C3C-4520-AE28-AA6F9232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2B22A6-EBCE-48A4-AB67-34C2F70B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4497AF-AD25-452D-A38A-F206C0CCD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868556-C327-44E3-98D4-3A8002B17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5904DA-B4D6-446C-8983-3C8852331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3BA8A3-2FC8-429C-AF14-D29E757A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DE3A98-3C84-4344-97F8-D462EC5E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CE9408-8403-4A34-AE45-BA762055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32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688D9-4CB3-463B-B69B-AAF58588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72A80D-0F96-49E5-8A70-5BEA19C9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49CA44-CB82-48C9-8C57-7D0B73EB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BA2548-B8D0-4FFB-9104-A43D15A9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39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7FE515-E78D-46F0-9C36-EFB55597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7B8257-2261-4AC6-87AE-C0E53C19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FAD1BE-B19E-4961-9B8D-2CC9FD6A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45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CAAA2-A9EF-4400-995F-DBA5F070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978E7-A655-4A9A-94DA-A4AB26DD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ADB01D-D6EB-41FA-90D4-C335ED5F1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09B6F7-A2B4-4F13-A7E3-F340665C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54A2D9-47E1-4D20-9EC5-DE1F379E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A57AE7-149C-4934-B30E-A89EA15D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A72AC-1CBB-43EF-A86C-971D3726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749E53-D494-4545-85C1-6547EF845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C4CD5A-41E4-44C2-8E98-628BD8A63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86BD02-6C0D-4F3D-96E3-371F7660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734BEF-7065-45DC-ACB3-B2AC97CC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975D42-9F61-4A91-90F0-0A77A8ED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35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CFAD2-BA31-472E-B5B6-1B404F14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314589-0C05-40BF-B158-9CB8DFCEB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96770C-6225-4938-B4C0-19CBD5D3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5B5356-35DF-42E8-BDDA-EC953DB3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2A0BBB-3B32-4E22-8C05-43CC842F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00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F07A93-A144-4637-98EB-D7ACE37C7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B5693F-C133-4D27-9A9B-5709EAFC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91F349-BC54-47B1-9C2D-E5297604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9D03C-B63C-47B3-B066-501C8609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CECD13-BF70-4FC3-A331-6291874E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75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0DB9E-0B62-4367-93A8-4658BED1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563208-3226-4435-AA95-EC7D4E175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6F2AB6-DA12-48FB-9349-EEAE8448F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72058-8DDC-4346-8368-E77F58AB4DB3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947FBF-BDF9-4964-8ABB-0DB5CFE99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F74D47-5882-4D45-93D5-BA8DCCA6A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C8DBE-974F-4980-A25D-7F9F8F8BE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86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FCCBDB-1F7B-4A76-828C-607C30CA8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01FAF-996B-4234-A3C8-C82EB2FD248A}"/>
              </a:ext>
            </a:extLst>
          </p:cNvPr>
          <p:cNvSpPr txBox="1"/>
          <p:nvPr/>
        </p:nvSpPr>
        <p:spPr>
          <a:xfrm>
            <a:off x="185195" y="4088488"/>
            <a:ext cx="6481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 SemiBold" pitchFamily="2" charset="-52"/>
              </a:rPr>
              <a:t>Участники: Волков Антон, Хамчиев Рахим, Умаров Милан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6E182E-63A0-4CF3-81ED-D8BEFB7E9FC7}"/>
              </a:ext>
            </a:extLst>
          </p:cNvPr>
          <p:cNvSpPr/>
          <p:nvPr/>
        </p:nvSpPr>
        <p:spPr>
          <a:xfrm>
            <a:off x="-1967696" y="1150247"/>
            <a:ext cx="10787606" cy="12037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6A863-C7ED-4055-833D-21F2223D0FC9}"/>
              </a:ext>
            </a:extLst>
          </p:cNvPr>
          <p:cNvSpPr txBox="1"/>
          <p:nvPr/>
        </p:nvSpPr>
        <p:spPr>
          <a:xfrm>
            <a:off x="-1030146" y="1244300"/>
            <a:ext cx="6736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ExtraBold" pitchFamily="2" charset="-52"/>
              </a:rPr>
              <a:t>InstaCart</a:t>
            </a:r>
            <a:endParaRPr lang="ru-RU" sz="6000" dirty="0">
              <a:latin typeface="Montserrat Extra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2801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DE3079-7312-4A07-BF8D-16C62723E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85A0D7-62A6-4A91-8589-6492ED633F74}"/>
              </a:ext>
            </a:extLst>
          </p:cNvPr>
          <p:cNvSpPr txBox="1"/>
          <p:nvPr/>
        </p:nvSpPr>
        <p:spPr>
          <a:xfrm>
            <a:off x="2727767" y="167854"/>
            <a:ext cx="6736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ExtraBold" pitchFamily="2" charset="-52"/>
              </a:rPr>
              <a:t>Цель проекта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31660-26FE-4263-AE2A-26BA29AF028A}"/>
              </a:ext>
            </a:extLst>
          </p:cNvPr>
          <p:cNvSpPr txBox="1"/>
          <p:nvPr/>
        </p:nvSpPr>
        <p:spPr>
          <a:xfrm>
            <a:off x="173620" y="1113794"/>
            <a:ext cx="107413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 SemiBold" pitchFamily="2" charset="-52"/>
              </a:rPr>
              <a:t>Разработать веб-приложение, которое анализирует историю покупок пользователя и формирует персональные рекомендации с использованием технологий искусственного интеллекта.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3B9B2-411F-46D6-9797-E4284519F9AA}"/>
              </a:ext>
            </a:extLst>
          </p:cNvPr>
          <p:cNvSpPr txBox="1"/>
          <p:nvPr/>
        </p:nvSpPr>
        <p:spPr>
          <a:xfrm>
            <a:off x="173620" y="2983063"/>
            <a:ext cx="93523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SemiBold" pitchFamily="2" charset="-52"/>
              </a:rPr>
              <a:t>Основные задачи: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разработать веб-интерфейс;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реализовать серверную часть на Flask;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подключить аналитическую платформу Loginom;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использовать SQLite для хранения данных;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подготовить интеграцию с языковой моделью </a:t>
            </a:r>
            <a:r>
              <a:rPr lang="en-US" sz="2400" dirty="0">
                <a:latin typeface="Montserrat SemiBold" pitchFamily="2" charset="-52"/>
              </a:rPr>
              <a:t>Chat GPT</a:t>
            </a:r>
            <a:r>
              <a:rPr lang="ru-RU" sz="2400" dirty="0">
                <a:latin typeface="Montserrat SemiBold" pitchFamily="2" charset="-52"/>
              </a:rPr>
              <a:t>.</a:t>
            </a:r>
          </a:p>
          <a:p>
            <a:endParaRPr lang="ru-RU" sz="24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5156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16E005-5DFF-4911-988A-AC96A6F8F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"/>
            <a:ext cx="12192000" cy="6853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D886E-E24F-4519-8FDF-08C3BEE1998B}"/>
              </a:ext>
            </a:extLst>
          </p:cNvPr>
          <p:cNvSpPr txBox="1"/>
          <p:nvPr/>
        </p:nvSpPr>
        <p:spPr>
          <a:xfrm>
            <a:off x="2895600" y="312516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Montserrat ExtraBold" pitchFamily="2" charset="-52"/>
              </a:rPr>
              <a:t>Архитектура системы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20F6EC-90E2-489A-B835-ADE4B65EA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94" y="1790463"/>
            <a:ext cx="5994637" cy="33431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AFD8F4-CCC2-4723-A717-950E94010492}"/>
              </a:ext>
            </a:extLst>
          </p:cNvPr>
          <p:cNvSpPr txBox="1"/>
          <p:nvPr/>
        </p:nvSpPr>
        <p:spPr>
          <a:xfrm>
            <a:off x="6771190" y="1481559"/>
            <a:ext cx="49308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SemiBold" pitchFamily="2" charset="-52"/>
              </a:rPr>
              <a:t>Принцип работы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пользователь вводит ID;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Loginom получает историю покупок;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Flask анализирует данные;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формируется промпт;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пользователю отображаются рекомендации.</a:t>
            </a:r>
          </a:p>
          <a:p>
            <a:endParaRPr lang="ru-RU" sz="24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425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E45943-F797-4BB6-BAFC-E2F99C641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E30941-85DD-45D0-B42D-628E40EE77FC}"/>
              </a:ext>
            </a:extLst>
          </p:cNvPr>
          <p:cNvSpPr txBox="1"/>
          <p:nvPr/>
        </p:nvSpPr>
        <p:spPr>
          <a:xfrm>
            <a:off x="2710405" y="384324"/>
            <a:ext cx="6771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Montserrat ExtraBold" pitchFamily="2" charset="-52"/>
              </a:rPr>
              <a:t>Используемые технологии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33CFF-DA4C-4570-A148-255BDA84087A}"/>
              </a:ext>
            </a:extLst>
          </p:cNvPr>
          <p:cNvSpPr txBox="1"/>
          <p:nvPr/>
        </p:nvSpPr>
        <p:spPr>
          <a:xfrm>
            <a:off x="682906" y="1307939"/>
            <a:ext cx="108261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Montserrat SemiBold" pitchFamily="2" charset="-52"/>
              </a:rPr>
              <a:t>Технологический стек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latin typeface="Montserrat SemiBold" pitchFamily="2" charset="-52"/>
              </a:rPr>
              <a:t>Python</a:t>
            </a:r>
            <a:r>
              <a:rPr lang="ru-RU" sz="2800" dirty="0">
                <a:latin typeface="Montserrat SemiBold" pitchFamily="2" charset="-52"/>
              </a:rPr>
              <a:t> — серверная логика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latin typeface="Montserrat SemiBold" pitchFamily="2" charset="-52"/>
              </a:rPr>
              <a:t>Flask</a:t>
            </a:r>
            <a:r>
              <a:rPr lang="ru-RU" sz="2800" dirty="0">
                <a:latin typeface="Montserrat SemiBold" pitchFamily="2" charset="-52"/>
              </a:rPr>
              <a:t> — веб-приложение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latin typeface="Montserrat SemiBold" pitchFamily="2" charset="-52"/>
              </a:rPr>
              <a:t>HTML/CSS</a:t>
            </a:r>
            <a:r>
              <a:rPr lang="ru-RU" sz="2800" dirty="0">
                <a:latin typeface="Montserrat SemiBold" pitchFamily="2" charset="-52"/>
              </a:rPr>
              <a:t> — пользовательский интерфейс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latin typeface="Montserrat SemiBold" pitchFamily="2" charset="-52"/>
              </a:rPr>
              <a:t>SQLite</a:t>
            </a:r>
            <a:r>
              <a:rPr lang="ru-RU" sz="2800" dirty="0">
                <a:latin typeface="Montserrat SemiBold" pitchFamily="2" charset="-52"/>
              </a:rPr>
              <a:t> — хранение данных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latin typeface="Montserrat SemiBold" pitchFamily="2" charset="-52"/>
              </a:rPr>
              <a:t>Loginom</a:t>
            </a:r>
            <a:r>
              <a:rPr lang="ru-RU" sz="2800" dirty="0">
                <a:latin typeface="Montserrat SemiBold" pitchFamily="2" charset="-52"/>
              </a:rPr>
              <a:t> — аналитическая обработка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err="1">
                <a:latin typeface="Montserrat SemiBold" pitchFamily="2" charset="-52"/>
              </a:rPr>
              <a:t>GigaChat</a:t>
            </a:r>
            <a:r>
              <a:rPr lang="ru-RU" sz="2800" dirty="0">
                <a:latin typeface="Montserrat SemiBold" pitchFamily="2" charset="-52"/>
              </a:rPr>
              <a:t> — генерация рекомендаций</a:t>
            </a:r>
          </a:p>
          <a:p>
            <a:endParaRPr lang="ru-RU" sz="28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541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4CACE0-CBFD-4490-9BA3-676765894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A104D-1C25-445B-A134-4730C8966CD8}"/>
              </a:ext>
            </a:extLst>
          </p:cNvPr>
          <p:cNvSpPr txBox="1"/>
          <p:nvPr/>
        </p:nvSpPr>
        <p:spPr>
          <a:xfrm>
            <a:off x="2997842" y="208344"/>
            <a:ext cx="5544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Montserrat ExtraBold" pitchFamily="2" charset="-52"/>
              </a:rPr>
              <a:t>Аналитические сервисы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52B6D-A485-4C18-B9D1-E022F9EEA6E7}"/>
              </a:ext>
            </a:extLst>
          </p:cNvPr>
          <p:cNvSpPr txBox="1"/>
          <p:nvPr/>
        </p:nvSpPr>
        <p:spPr>
          <a:xfrm>
            <a:off x="694481" y="1909823"/>
            <a:ext cx="76508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SemiBold" pitchFamily="2" charset="-52"/>
              </a:rPr>
              <a:t>Реализованные сервисы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latin typeface="Montserrat SemiBold" pitchFamily="2" charset="-52"/>
              </a:rPr>
              <a:t>История покупок</a:t>
            </a:r>
          </a:p>
          <a:p>
            <a:r>
              <a:rPr lang="ru-RU" sz="2400" dirty="0">
                <a:latin typeface="Montserrat SemiBold" pitchFamily="2" charset="-52"/>
              </a:rPr>
              <a:t>Показывает ранее приобретенные товары пользователя.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latin typeface="Montserrat SemiBold" pitchFamily="2" charset="-52"/>
              </a:rPr>
              <a:t>Основные категории</a:t>
            </a:r>
          </a:p>
          <a:p>
            <a:r>
              <a:rPr lang="ru-RU" sz="2400" dirty="0">
                <a:latin typeface="Montserrat SemiBold" pitchFamily="2" charset="-52"/>
              </a:rPr>
              <a:t>Определяет категории, которые пользователь покупает чаще всего.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latin typeface="Montserrat SemiBold" pitchFamily="2" charset="-52"/>
              </a:rPr>
              <a:t>Популярные категории</a:t>
            </a:r>
          </a:p>
          <a:p>
            <a:r>
              <a:rPr lang="ru-RU" sz="2400" dirty="0">
                <a:latin typeface="Montserrat SemiBold" pitchFamily="2" charset="-52"/>
              </a:rPr>
              <a:t>Предлагает популярные товары из интересующих пользователя категорий.</a:t>
            </a:r>
          </a:p>
          <a:p>
            <a:endParaRPr lang="ru-RU" sz="24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6490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85F478-3FC9-4E54-ADA9-D16E8959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29DD3-90D9-4EE0-AB90-387DBE2355A9}"/>
              </a:ext>
            </a:extLst>
          </p:cNvPr>
          <p:cNvSpPr txBox="1"/>
          <p:nvPr/>
        </p:nvSpPr>
        <p:spPr>
          <a:xfrm>
            <a:off x="3437681" y="462987"/>
            <a:ext cx="5231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Montserrat ExtraBold" pitchFamily="2" charset="-52"/>
              </a:rPr>
              <a:t>UI</a:t>
            </a:r>
            <a:r>
              <a:rPr lang="ru-RU" sz="3200" dirty="0">
                <a:latin typeface="Montserrat ExtraBold" pitchFamily="2" charset="-52"/>
              </a:rPr>
              <a:t> приложения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894067-3FA1-4B40-B0A7-D21066983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26" y="1510749"/>
            <a:ext cx="5683348" cy="46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DB05A4-D780-485D-AC06-507C5E76F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CDCFBC-8D2E-49E0-94CF-74A333A01EA9}"/>
              </a:ext>
            </a:extLst>
          </p:cNvPr>
          <p:cNvSpPr txBox="1"/>
          <p:nvPr/>
        </p:nvSpPr>
        <p:spPr>
          <a:xfrm>
            <a:off x="2291787" y="358815"/>
            <a:ext cx="7141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Montserrat ExtraBold" pitchFamily="2" charset="-52"/>
              </a:rPr>
              <a:t>Работа искусственного интеллекта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5F5B4-FC95-4183-87DE-37E4E0FA8399}"/>
              </a:ext>
            </a:extLst>
          </p:cNvPr>
          <p:cNvSpPr txBox="1"/>
          <p:nvPr/>
        </p:nvSpPr>
        <p:spPr>
          <a:xfrm>
            <a:off x="544010" y="1973512"/>
            <a:ext cx="84610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SemiBold" pitchFamily="2" charset="-52"/>
              </a:rPr>
              <a:t>Формирование рекомендаций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Montserrat SemiBold" pitchFamily="2" charset="-52"/>
              </a:rPr>
              <a:t>Получение истории покупок.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Montserrat SemiBold" pitchFamily="2" charset="-52"/>
              </a:rPr>
              <a:t>Анализ предпочтений пользователя.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Montserrat SemiBold" pitchFamily="2" charset="-52"/>
              </a:rPr>
              <a:t>Формирование текстового </a:t>
            </a:r>
            <a:r>
              <a:rPr lang="ru-RU" sz="2400" dirty="0" err="1">
                <a:latin typeface="Montserrat SemiBold" pitchFamily="2" charset="-52"/>
              </a:rPr>
              <a:t>промпта</a:t>
            </a:r>
            <a:r>
              <a:rPr lang="ru-RU" sz="2400" dirty="0">
                <a:latin typeface="Montserrat SemiBold" pitchFamily="2" charset="-52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Montserrat SemiBold" pitchFamily="2" charset="-52"/>
              </a:rPr>
              <a:t>Передача </a:t>
            </a:r>
            <a:r>
              <a:rPr lang="ru-RU" sz="2400" dirty="0" err="1">
                <a:latin typeface="Montserrat SemiBold" pitchFamily="2" charset="-52"/>
              </a:rPr>
              <a:t>промпта</a:t>
            </a:r>
            <a:r>
              <a:rPr lang="ru-RU" sz="2400" dirty="0">
                <a:latin typeface="Montserrat SemiBold" pitchFamily="2" charset="-52"/>
              </a:rPr>
              <a:t> языковой модели.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Montserrat SemiBold" pitchFamily="2" charset="-52"/>
              </a:rPr>
              <a:t>Получение персональных рекомендаций.</a:t>
            </a:r>
          </a:p>
          <a:p>
            <a:endParaRPr lang="ru-RU" sz="24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7052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E082D5-08CD-4028-8691-3BF2444CB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18BA4E-EE16-4428-AB68-38D0D8F126A5}"/>
              </a:ext>
            </a:extLst>
          </p:cNvPr>
          <p:cNvSpPr txBox="1"/>
          <p:nvPr/>
        </p:nvSpPr>
        <p:spPr>
          <a:xfrm>
            <a:off x="1979271" y="381965"/>
            <a:ext cx="744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Montserrat ExtraBold" pitchFamily="2" charset="-52"/>
              </a:rPr>
              <a:t>Распределение обязанностей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05C40-3EC1-45DF-B996-17FA1AC62997}"/>
              </a:ext>
            </a:extLst>
          </p:cNvPr>
          <p:cNvSpPr txBox="1"/>
          <p:nvPr/>
        </p:nvSpPr>
        <p:spPr>
          <a:xfrm>
            <a:off x="532435" y="1284790"/>
            <a:ext cx="9317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ExtraBold" pitchFamily="2" charset="-52"/>
              </a:rPr>
              <a:t>Работа команды:</a:t>
            </a:r>
          </a:p>
          <a:p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1E47A04-3294-48D5-B001-78A9131443FF}"/>
              </a:ext>
            </a:extLst>
          </p:cNvPr>
          <p:cNvSpPr/>
          <p:nvPr/>
        </p:nvSpPr>
        <p:spPr>
          <a:xfrm>
            <a:off x="532435" y="2141316"/>
            <a:ext cx="10787605" cy="355342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4A345-B1A7-46EA-A9ED-27112B4E3CD7}"/>
              </a:ext>
            </a:extLst>
          </p:cNvPr>
          <p:cNvSpPr txBox="1"/>
          <p:nvPr/>
        </p:nvSpPr>
        <p:spPr>
          <a:xfrm>
            <a:off x="613458" y="2476982"/>
            <a:ext cx="3796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 SemiBold" pitchFamily="2" charset="-52"/>
              </a:rPr>
              <a:t>Хамчиев Рахим (Аналитика):</a:t>
            </a:r>
            <a:br>
              <a:rPr lang="ru-RU" sz="2000" dirty="0">
                <a:latin typeface="Montserrat SemiBold" pitchFamily="2" charset="-52"/>
              </a:rPr>
            </a:br>
            <a:endParaRPr lang="ru-RU" sz="2000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Анализ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Логика рекомендаций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Презентация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Распределение обязанностей между участниками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E75D9D-3A45-45FA-BD64-26C711FAD309}"/>
              </a:ext>
            </a:extLst>
          </p:cNvPr>
          <p:cNvSpPr txBox="1"/>
          <p:nvPr/>
        </p:nvSpPr>
        <p:spPr>
          <a:xfrm>
            <a:off x="4380785" y="2476982"/>
            <a:ext cx="30904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 SemiBold" pitchFamily="2" charset="-52"/>
              </a:rPr>
              <a:t>Волков Антон(</a:t>
            </a:r>
            <a:r>
              <a:rPr lang="en-US" sz="2000" dirty="0">
                <a:latin typeface="Montserrat SemiBold" pitchFamily="2" charset="-52"/>
              </a:rPr>
              <a:t>Backend</a:t>
            </a:r>
            <a:r>
              <a:rPr lang="ru-RU" sz="2000" dirty="0">
                <a:latin typeface="Montserrat SemiBold" pitchFamily="2" charset="-52"/>
              </a:rPr>
              <a:t>):</a:t>
            </a:r>
            <a:br>
              <a:rPr lang="ru-RU" sz="2000" dirty="0">
                <a:latin typeface="Montserrat SemiBold" pitchFamily="2" charset="-52"/>
              </a:rPr>
            </a:br>
            <a:endParaRPr lang="ru-RU" sz="2000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SemiBold" pitchFamily="2" charset="-52"/>
              </a:rPr>
              <a:t>Flask;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База данных</a:t>
            </a:r>
            <a:endParaRPr lang="en-US" sz="2000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маршруты приложения</a:t>
            </a:r>
            <a:endParaRPr lang="en-US" sz="2000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SemiBold" pitchFamily="2" charset="-52"/>
              </a:rPr>
              <a:t>Loginom</a:t>
            </a:r>
            <a:endParaRPr lang="ru-RU" sz="2000" dirty="0">
              <a:latin typeface="Montserrat SemiBold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17F54-C8FD-48CE-8C17-0F649E9ED1D6}"/>
              </a:ext>
            </a:extLst>
          </p:cNvPr>
          <p:cNvSpPr txBox="1"/>
          <p:nvPr/>
        </p:nvSpPr>
        <p:spPr>
          <a:xfrm>
            <a:off x="7523544" y="2403059"/>
            <a:ext cx="37964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ontserrat SemiBold" pitchFamily="2" charset="-52"/>
              </a:rPr>
              <a:t>Умаров Милан (</a:t>
            </a:r>
            <a:r>
              <a:rPr lang="en-US" sz="2000" dirty="0">
                <a:latin typeface="Montserrat SemiBold" pitchFamily="2" charset="-52"/>
              </a:rPr>
              <a:t>Frontend)</a:t>
            </a:r>
            <a:r>
              <a:rPr lang="ru-RU" sz="2000" dirty="0">
                <a:latin typeface="Montserrat SemiBold" pitchFamily="2" charset="-52"/>
              </a:rPr>
              <a:t>:</a:t>
            </a:r>
            <a:br>
              <a:rPr lang="ru-RU" sz="2000" dirty="0">
                <a:latin typeface="Montserrat SemiBold" pitchFamily="2" charset="-52"/>
              </a:rPr>
            </a:br>
            <a:endParaRPr lang="ru-RU" sz="2000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разработка интерфейса;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HTML/CSS;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SemiBold" pitchFamily="2" charset="-52"/>
              </a:rPr>
              <a:t>оформление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390640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C8AD75-C7E2-4BC2-A6D3-656F5A94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EACBE-DD04-4213-AD56-BE64605BB6BC}"/>
              </a:ext>
            </a:extLst>
          </p:cNvPr>
          <p:cNvSpPr txBox="1"/>
          <p:nvPr/>
        </p:nvSpPr>
        <p:spPr>
          <a:xfrm>
            <a:off x="2953473" y="347241"/>
            <a:ext cx="6285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Montserrat ExtraBold" pitchFamily="2" charset="-52"/>
              </a:rPr>
              <a:t>Итоги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34353-40B6-4CDE-A960-CCFA1FB3D27F}"/>
              </a:ext>
            </a:extLst>
          </p:cNvPr>
          <p:cNvSpPr txBox="1"/>
          <p:nvPr/>
        </p:nvSpPr>
        <p:spPr>
          <a:xfrm>
            <a:off x="300942" y="1046015"/>
            <a:ext cx="113123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 SemiBold" pitchFamily="2" charset="-52"/>
              </a:rPr>
              <a:t>Результаты проекта</a:t>
            </a:r>
          </a:p>
          <a:p>
            <a:r>
              <a:rPr lang="ru-RU" sz="2400" dirty="0">
                <a:latin typeface="Montserrat SemiBold" pitchFamily="2" charset="-52"/>
              </a:rPr>
              <a:t>✔ разработано веб-приложение для анализа покупок;</a:t>
            </a:r>
          </a:p>
          <a:p>
            <a:r>
              <a:rPr lang="ru-RU" sz="2400" dirty="0">
                <a:latin typeface="Montserrat SemiBold" pitchFamily="2" charset="-52"/>
              </a:rPr>
              <a:t>✔ реализована архитектура Flask + Loginom + SQLite;</a:t>
            </a:r>
          </a:p>
          <a:p>
            <a:r>
              <a:rPr lang="ru-RU" sz="2400" dirty="0">
                <a:latin typeface="Montserrat SemiBold" pitchFamily="2" charset="-52"/>
              </a:rPr>
              <a:t>✔ подготовлена интеграция с </a:t>
            </a:r>
            <a:r>
              <a:rPr lang="en-US" sz="2400" dirty="0">
                <a:latin typeface="Montserrat SemiBold" pitchFamily="2" charset="-52"/>
              </a:rPr>
              <a:t>Chat GPT</a:t>
            </a:r>
            <a:r>
              <a:rPr lang="ru-RU" sz="2400" dirty="0">
                <a:latin typeface="Montserrat SemiBold" pitchFamily="2" charset="-52"/>
              </a:rPr>
              <a:t>;</a:t>
            </a:r>
          </a:p>
          <a:p>
            <a:r>
              <a:rPr lang="ru-RU" sz="2400" dirty="0">
                <a:latin typeface="Montserrat SemiBold" pitchFamily="2" charset="-52"/>
              </a:rPr>
              <a:t>✔ реализован механизм формирования персональных рекомендаций.</a:t>
            </a:r>
          </a:p>
          <a:p>
            <a:endParaRPr lang="ru-RU" sz="2400" b="1" dirty="0">
              <a:latin typeface="Montserrat SemiBold" pitchFamily="2" charset="-52"/>
            </a:endParaRPr>
          </a:p>
          <a:p>
            <a:r>
              <a:rPr lang="ru-RU" sz="2400" b="1" dirty="0">
                <a:latin typeface="Montserrat SemiBold" pitchFamily="2" charset="-52"/>
              </a:rPr>
              <a:t>Перспективы развития:</a:t>
            </a:r>
          </a:p>
          <a:p>
            <a:endParaRPr lang="ru-RU" sz="2400" b="1" dirty="0">
              <a:latin typeface="Montserrat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подключение реального API </a:t>
            </a:r>
            <a:r>
              <a:rPr lang="en-US" sz="2400" dirty="0">
                <a:latin typeface="Montserrat SemiBold" pitchFamily="2" charset="-52"/>
              </a:rPr>
              <a:t>Chat GPT</a:t>
            </a:r>
            <a:r>
              <a:rPr lang="ru-RU" sz="2400" dirty="0">
                <a:latin typeface="Montserrat SemiBold" pitchFamily="2" charset="-52"/>
              </a:rPr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регистрация пользователей;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улучшение алгоритмов рекомендаций;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расширение аналитических сервисов;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 SemiBold" pitchFamily="2" charset="-52"/>
              </a:rPr>
              <a:t>развертывание полноценной облачной версии.</a:t>
            </a:r>
          </a:p>
          <a:p>
            <a:endParaRPr lang="ru-RU" sz="2400" dirty="0">
              <a:latin typeface="Montserrat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315706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286</Words>
  <Application>Microsoft Office PowerPoint</Application>
  <PresentationFormat>Широкоэкранный</PresentationFormat>
  <Paragraphs>71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Montserrat ExtraBold</vt:lpstr>
      <vt:lpstr>Montserrat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33 33</dc:creator>
  <cp:lastModifiedBy>33 33</cp:lastModifiedBy>
  <cp:revision>5</cp:revision>
  <dcterms:created xsi:type="dcterms:W3CDTF">2026-07-10T08:05:13Z</dcterms:created>
  <dcterms:modified xsi:type="dcterms:W3CDTF">2026-07-10T08:44:15Z</dcterms:modified>
</cp:coreProperties>
</file>